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Lst>
  <p:sldSz cx="21599525" cy="215995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34" d="100"/>
          <a:sy n="34" d="100"/>
        </p:scale>
        <p:origin x="256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19965" y="3534924"/>
            <a:ext cx="18359596" cy="7519835"/>
          </a:xfrm>
        </p:spPr>
        <p:txBody>
          <a:bodyPr anchor="b"/>
          <a:lstStyle>
            <a:lvl1pPr algn="ctr">
              <a:defRPr sz="14173"/>
            </a:lvl1pPr>
          </a:lstStyle>
          <a:p>
            <a:r>
              <a:rPr lang="en-US"/>
              <a:t>Click to edit Master title style</a:t>
            </a:r>
            <a:endParaRPr lang="en-US" dirty="0"/>
          </a:p>
        </p:txBody>
      </p:sp>
      <p:sp>
        <p:nvSpPr>
          <p:cNvPr id="3" name="Subtitle 2"/>
          <p:cNvSpPr>
            <a:spLocks noGrp="1"/>
          </p:cNvSpPr>
          <p:nvPr>
            <p:ph type="subTitle" idx="1"/>
          </p:nvPr>
        </p:nvSpPr>
        <p:spPr>
          <a:xfrm>
            <a:off x="2699941" y="11344752"/>
            <a:ext cx="16199644" cy="5214884"/>
          </a:xfrm>
        </p:spPr>
        <p:txBody>
          <a:bodyPr/>
          <a:lstStyle>
            <a:lvl1pPr marL="0" indent="0" algn="ctr">
              <a:buNone/>
              <a:defRPr sz="5669"/>
            </a:lvl1pPr>
            <a:lvl2pPr marL="1079998" indent="0" algn="ctr">
              <a:buNone/>
              <a:defRPr sz="4724"/>
            </a:lvl2pPr>
            <a:lvl3pPr marL="2159996" indent="0" algn="ctr">
              <a:buNone/>
              <a:defRPr sz="4252"/>
            </a:lvl3pPr>
            <a:lvl4pPr marL="3239994" indent="0" algn="ctr">
              <a:buNone/>
              <a:defRPr sz="3780"/>
            </a:lvl4pPr>
            <a:lvl5pPr marL="4319991" indent="0" algn="ctr">
              <a:buNone/>
              <a:defRPr sz="3780"/>
            </a:lvl5pPr>
            <a:lvl6pPr marL="5399989" indent="0" algn="ctr">
              <a:buNone/>
              <a:defRPr sz="3780"/>
            </a:lvl6pPr>
            <a:lvl7pPr marL="6479987" indent="0" algn="ctr">
              <a:buNone/>
              <a:defRPr sz="3780"/>
            </a:lvl7pPr>
            <a:lvl8pPr marL="7559985" indent="0" algn="ctr">
              <a:buNone/>
              <a:defRPr sz="3780"/>
            </a:lvl8pPr>
            <a:lvl9pPr marL="8639983" indent="0" algn="ctr">
              <a:buNone/>
              <a:defRPr sz="37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105BE8-63E5-4C4A-9D70-B95860D1A4B7}" type="datetimeFigureOut">
              <a:rPr lang="en-GB" smtClean="0"/>
              <a:t>18/12/2025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9876502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105BE8-63E5-4C4A-9D70-B95860D1A4B7}" type="datetimeFigureOut">
              <a:rPr lang="en-GB" smtClean="0"/>
              <a:t>18/12/2025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57413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73719" y="5384888"/>
            <a:ext cx="18629590" cy="8984801"/>
          </a:xfrm>
        </p:spPr>
        <p:txBody>
          <a:bodyPr anchor="b"/>
          <a:lstStyle>
            <a:lvl1pPr>
              <a:defRPr sz="14173"/>
            </a:lvl1pPr>
          </a:lstStyle>
          <a:p>
            <a:r>
              <a:rPr lang="en-US"/>
              <a:t>Click to edit Master title style</a:t>
            </a:r>
            <a:endParaRPr lang="en-US" dirty="0"/>
          </a:p>
        </p:txBody>
      </p:sp>
      <p:sp>
        <p:nvSpPr>
          <p:cNvPr id="3" name="Text Placeholder 2"/>
          <p:cNvSpPr>
            <a:spLocks noGrp="1"/>
          </p:cNvSpPr>
          <p:nvPr>
            <p:ph type="body" idx="1"/>
          </p:nvPr>
        </p:nvSpPr>
        <p:spPr>
          <a:xfrm>
            <a:off x="1473719" y="14454688"/>
            <a:ext cx="18629590" cy="4724895"/>
          </a:xfrm>
        </p:spPr>
        <p:txBody>
          <a:bodyPr/>
          <a:lstStyle>
            <a:lvl1pPr marL="0" indent="0">
              <a:buNone/>
              <a:defRPr sz="5669">
                <a:solidFill>
                  <a:schemeClr val="tx1">
                    <a:tint val="82000"/>
                  </a:schemeClr>
                </a:solidFill>
              </a:defRPr>
            </a:lvl1pPr>
            <a:lvl2pPr marL="1079998" indent="0">
              <a:buNone/>
              <a:defRPr sz="4724">
                <a:solidFill>
                  <a:schemeClr val="tx1">
                    <a:tint val="82000"/>
                  </a:schemeClr>
                </a:solidFill>
              </a:defRPr>
            </a:lvl2pPr>
            <a:lvl3pPr marL="2159996" indent="0">
              <a:buNone/>
              <a:defRPr sz="4252">
                <a:solidFill>
                  <a:schemeClr val="tx1">
                    <a:tint val="82000"/>
                  </a:schemeClr>
                </a:solidFill>
              </a:defRPr>
            </a:lvl3pPr>
            <a:lvl4pPr marL="3239994" indent="0">
              <a:buNone/>
              <a:defRPr sz="3780">
                <a:solidFill>
                  <a:schemeClr val="tx1">
                    <a:tint val="82000"/>
                  </a:schemeClr>
                </a:solidFill>
              </a:defRPr>
            </a:lvl4pPr>
            <a:lvl5pPr marL="4319991" indent="0">
              <a:buNone/>
              <a:defRPr sz="3780">
                <a:solidFill>
                  <a:schemeClr val="tx1">
                    <a:tint val="82000"/>
                  </a:schemeClr>
                </a:solidFill>
              </a:defRPr>
            </a:lvl5pPr>
            <a:lvl6pPr marL="5399989" indent="0">
              <a:buNone/>
              <a:defRPr sz="3780">
                <a:solidFill>
                  <a:schemeClr val="tx1">
                    <a:tint val="82000"/>
                  </a:schemeClr>
                </a:solidFill>
              </a:defRPr>
            </a:lvl6pPr>
            <a:lvl7pPr marL="6479987" indent="0">
              <a:buNone/>
              <a:defRPr sz="3780">
                <a:solidFill>
                  <a:schemeClr val="tx1">
                    <a:tint val="82000"/>
                  </a:schemeClr>
                </a:solidFill>
              </a:defRPr>
            </a:lvl7pPr>
            <a:lvl8pPr marL="7559985" indent="0">
              <a:buNone/>
              <a:defRPr sz="3780">
                <a:solidFill>
                  <a:schemeClr val="tx1">
                    <a:tint val="82000"/>
                  </a:schemeClr>
                </a:solidFill>
              </a:defRPr>
            </a:lvl8pPr>
            <a:lvl9pPr marL="8639983" indent="0">
              <a:buNone/>
              <a:defRPr sz="37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105BE8-63E5-4C4A-9D70-B95860D1A4B7}" type="datetimeFigureOut">
              <a:rPr lang="en-GB" smtClean="0"/>
              <a:t>18/12/2025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680322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84967" y="5749874"/>
            <a:ext cx="9179798" cy="13704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934760" y="5749874"/>
            <a:ext cx="9179798" cy="13704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105BE8-63E5-4C4A-9D70-B95860D1A4B7}" type="datetimeFigureOut">
              <a:rPr lang="en-GB" smtClean="0"/>
              <a:t>18/12/2025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642775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87781" y="1149979"/>
            <a:ext cx="18629590" cy="4174910"/>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87783" y="5294885"/>
            <a:ext cx="9137610" cy="2594941"/>
          </a:xfrm>
        </p:spPr>
        <p:txBody>
          <a:bodyPr anchor="b"/>
          <a:lstStyle>
            <a:lvl1pPr marL="0" indent="0">
              <a:buNone/>
              <a:defRPr sz="5669" b="1"/>
            </a:lvl1pPr>
            <a:lvl2pPr marL="1079998" indent="0">
              <a:buNone/>
              <a:defRPr sz="4724" b="1"/>
            </a:lvl2pPr>
            <a:lvl3pPr marL="2159996" indent="0">
              <a:buNone/>
              <a:defRPr sz="4252" b="1"/>
            </a:lvl3pPr>
            <a:lvl4pPr marL="3239994" indent="0">
              <a:buNone/>
              <a:defRPr sz="3780" b="1"/>
            </a:lvl4pPr>
            <a:lvl5pPr marL="4319991" indent="0">
              <a:buNone/>
              <a:defRPr sz="3780" b="1"/>
            </a:lvl5pPr>
            <a:lvl6pPr marL="5399989" indent="0">
              <a:buNone/>
              <a:defRPr sz="3780" b="1"/>
            </a:lvl6pPr>
            <a:lvl7pPr marL="6479987" indent="0">
              <a:buNone/>
              <a:defRPr sz="3780" b="1"/>
            </a:lvl7pPr>
            <a:lvl8pPr marL="7559985" indent="0">
              <a:buNone/>
              <a:defRPr sz="3780" b="1"/>
            </a:lvl8pPr>
            <a:lvl9pPr marL="8639983" indent="0">
              <a:buNone/>
              <a:defRPr sz="3780" b="1"/>
            </a:lvl9pPr>
          </a:lstStyle>
          <a:p>
            <a:pPr lvl="0"/>
            <a:r>
              <a:rPr lang="en-US"/>
              <a:t>Click to edit Master text styles</a:t>
            </a:r>
          </a:p>
        </p:txBody>
      </p:sp>
      <p:sp>
        <p:nvSpPr>
          <p:cNvPr id="4" name="Content Placeholder 3"/>
          <p:cNvSpPr>
            <a:spLocks noGrp="1"/>
          </p:cNvSpPr>
          <p:nvPr>
            <p:ph sz="half" idx="2"/>
          </p:nvPr>
        </p:nvSpPr>
        <p:spPr>
          <a:xfrm>
            <a:off x="1487783" y="7889827"/>
            <a:ext cx="9137610" cy="116047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934761" y="5294885"/>
            <a:ext cx="9182611" cy="2594941"/>
          </a:xfrm>
        </p:spPr>
        <p:txBody>
          <a:bodyPr anchor="b"/>
          <a:lstStyle>
            <a:lvl1pPr marL="0" indent="0">
              <a:buNone/>
              <a:defRPr sz="5669" b="1"/>
            </a:lvl1pPr>
            <a:lvl2pPr marL="1079998" indent="0">
              <a:buNone/>
              <a:defRPr sz="4724" b="1"/>
            </a:lvl2pPr>
            <a:lvl3pPr marL="2159996" indent="0">
              <a:buNone/>
              <a:defRPr sz="4252" b="1"/>
            </a:lvl3pPr>
            <a:lvl4pPr marL="3239994" indent="0">
              <a:buNone/>
              <a:defRPr sz="3780" b="1"/>
            </a:lvl4pPr>
            <a:lvl5pPr marL="4319991" indent="0">
              <a:buNone/>
              <a:defRPr sz="3780" b="1"/>
            </a:lvl5pPr>
            <a:lvl6pPr marL="5399989" indent="0">
              <a:buNone/>
              <a:defRPr sz="3780" b="1"/>
            </a:lvl6pPr>
            <a:lvl7pPr marL="6479987" indent="0">
              <a:buNone/>
              <a:defRPr sz="3780" b="1"/>
            </a:lvl7pPr>
            <a:lvl8pPr marL="7559985" indent="0">
              <a:buNone/>
              <a:defRPr sz="3780" b="1"/>
            </a:lvl8pPr>
            <a:lvl9pPr marL="8639983" indent="0">
              <a:buNone/>
              <a:defRPr sz="3780" b="1"/>
            </a:lvl9pPr>
          </a:lstStyle>
          <a:p>
            <a:pPr lvl="0"/>
            <a:r>
              <a:rPr lang="en-US"/>
              <a:t>Click to edit Master text styles</a:t>
            </a:r>
          </a:p>
        </p:txBody>
      </p:sp>
      <p:sp>
        <p:nvSpPr>
          <p:cNvPr id="6" name="Content Placeholder 5"/>
          <p:cNvSpPr>
            <a:spLocks noGrp="1"/>
          </p:cNvSpPr>
          <p:nvPr>
            <p:ph sz="quarter" idx="4"/>
          </p:nvPr>
        </p:nvSpPr>
        <p:spPr>
          <a:xfrm>
            <a:off x="10934761" y="7889827"/>
            <a:ext cx="9182611" cy="116047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D105BE8-63E5-4C4A-9D70-B95860D1A4B7}" type="datetimeFigureOut">
              <a:rPr lang="en-GB" smtClean="0"/>
              <a:t>18/12/2025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249154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D105BE8-63E5-4C4A-9D70-B95860D1A4B7}" type="datetimeFigureOut">
              <a:rPr lang="en-GB" smtClean="0"/>
              <a:t>18/12/2025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14672467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105BE8-63E5-4C4A-9D70-B95860D1A4B7}" type="datetimeFigureOut">
              <a:rPr lang="en-GB" smtClean="0"/>
              <a:t>18/12/2025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29288031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7781" y="1439968"/>
            <a:ext cx="6966409" cy="5039889"/>
          </a:xfrm>
        </p:spPr>
        <p:txBody>
          <a:bodyPr anchor="b"/>
          <a:lstStyle>
            <a:lvl1pPr>
              <a:defRPr sz="7559"/>
            </a:lvl1pPr>
          </a:lstStyle>
          <a:p>
            <a:r>
              <a:rPr lang="en-US"/>
              <a:t>Click to edit Master title style</a:t>
            </a:r>
            <a:endParaRPr lang="en-US" dirty="0"/>
          </a:p>
        </p:txBody>
      </p:sp>
      <p:sp>
        <p:nvSpPr>
          <p:cNvPr id="3" name="Content Placeholder 2"/>
          <p:cNvSpPr>
            <a:spLocks noGrp="1"/>
          </p:cNvSpPr>
          <p:nvPr>
            <p:ph idx="1"/>
          </p:nvPr>
        </p:nvSpPr>
        <p:spPr>
          <a:xfrm>
            <a:off x="9182611" y="3109937"/>
            <a:ext cx="10934760" cy="15349662"/>
          </a:xfrm>
        </p:spPr>
        <p:txBody>
          <a:bodyPr/>
          <a:lstStyle>
            <a:lvl1pPr>
              <a:defRPr sz="7559"/>
            </a:lvl1pPr>
            <a:lvl2pPr>
              <a:defRPr sz="6614"/>
            </a:lvl2pPr>
            <a:lvl3pPr>
              <a:defRPr sz="5669"/>
            </a:lvl3pPr>
            <a:lvl4pPr>
              <a:defRPr sz="4724"/>
            </a:lvl4pPr>
            <a:lvl5pPr>
              <a:defRPr sz="4724"/>
            </a:lvl5pPr>
            <a:lvl6pPr>
              <a:defRPr sz="4724"/>
            </a:lvl6pPr>
            <a:lvl7pPr>
              <a:defRPr sz="4724"/>
            </a:lvl7pPr>
            <a:lvl8pPr>
              <a:defRPr sz="4724"/>
            </a:lvl8pPr>
            <a:lvl9pPr>
              <a:defRPr sz="47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7781" y="6479857"/>
            <a:ext cx="6966409" cy="12004738"/>
          </a:xfrm>
        </p:spPr>
        <p:txBody>
          <a:bodyPr/>
          <a:lstStyle>
            <a:lvl1pPr marL="0" indent="0">
              <a:buNone/>
              <a:defRPr sz="3780"/>
            </a:lvl1pPr>
            <a:lvl2pPr marL="1079998" indent="0">
              <a:buNone/>
              <a:defRPr sz="3307"/>
            </a:lvl2pPr>
            <a:lvl3pPr marL="2159996" indent="0">
              <a:buNone/>
              <a:defRPr sz="2835"/>
            </a:lvl3pPr>
            <a:lvl4pPr marL="3239994" indent="0">
              <a:buNone/>
              <a:defRPr sz="2362"/>
            </a:lvl4pPr>
            <a:lvl5pPr marL="4319991" indent="0">
              <a:buNone/>
              <a:defRPr sz="2362"/>
            </a:lvl5pPr>
            <a:lvl6pPr marL="5399989" indent="0">
              <a:buNone/>
              <a:defRPr sz="2362"/>
            </a:lvl6pPr>
            <a:lvl7pPr marL="6479987" indent="0">
              <a:buNone/>
              <a:defRPr sz="2362"/>
            </a:lvl7pPr>
            <a:lvl8pPr marL="7559985" indent="0">
              <a:buNone/>
              <a:defRPr sz="2362"/>
            </a:lvl8pPr>
            <a:lvl9pPr marL="8639983" indent="0">
              <a:buNone/>
              <a:defRPr sz="2362"/>
            </a:lvl9pPr>
          </a:lstStyle>
          <a:p>
            <a:pPr lvl="0"/>
            <a:r>
              <a:rPr lang="en-US"/>
              <a:t>Click to edit Master text styles</a:t>
            </a:r>
          </a:p>
        </p:txBody>
      </p:sp>
      <p:sp>
        <p:nvSpPr>
          <p:cNvPr id="5" name="Date Placeholder 4"/>
          <p:cNvSpPr>
            <a:spLocks noGrp="1"/>
          </p:cNvSpPr>
          <p:nvPr>
            <p:ph type="dt" sz="half" idx="10"/>
          </p:nvPr>
        </p:nvSpPr>
        <p:spPr/>
        <p:txBody>
          <a:bodyPr/>
          <a:lstStyle/>
          <a:p>
            <a:fld id="{1D105BE8-63E5-4C4A-9D70-B95860D1A4B7}" type="datetimeFigureOut">
              <a:rPr lang="en-GB" smtClean="0"/>
              <a:t>18/12/2025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23494808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7781" y="1439968"/>
            <a:ext cx="6966409" cy="5039889"/>
          </a:xfrm>
        </p:spPr>
        <p:txBody>
          <a:bodyPr anchor="b"/>
          <a:lstStyle>
            <a:lvl1pPr>
              <a:defRPr sz="7559"/>
            </a:lvl1pPr>
          </a:lstStyle>
          <a:p>
            <a:r>
              <a:rPr lang="en-US"/>
              <a:t>Click to edit Master title style</a:t>
            </a:r>
            <a:endParaRPr lang="en-US" dirty="0"/>
          </a:p>
        </p:txBody>
      </p:sp>
      <p:sp>
        <p:nvSpPr>
          <p:cNvPr id="3" name="Picture Placeholder 2"/>
          <p:cNvSpPr>
            <a:spLocks noGrp="1" noChangeAspect="1"/>
          </p:cNvSpPr>
          <p:nvPr>
            <p:ph type="pic" idx="1"/>
          </p:nvPr>
        </p:nvSpPr>
        <p:spPr>
          <a:xfrm>
            <a:off x="9182611" y="3109937"/>
            <a:ext cx="10934760" cy="15349662"/>
          </a:xfrm>
        </p:spPr>
        <p:txBody>
          <a:bodyPr anchor="t"/>
          <a:lstStyle>
            <a:lvl1pPr marL="0" indent="0">
              <a:buNone/>
              <a:defRPr sz="7559"/>
            </a:lvl1pPr>
            <a:lvl2pPr marL="1079998" indent="0">
              <a:buNone/>
              <a:defRPr sz="6614"/>
            </a:lvl2pPr>
            <a:lvl3pPr marL="2159996" indent="0">
              <a:buNone/>
              <a:defRPr sz="5669"/>
            </a:lvl3pPr>
            <a:lvl4pPr marL="3239994" indent="0">
              <a:buNone/>
              <a:defRPr sz="4724"/>
            </a:lvl4pPr>
            <a:lvl5pPr marL="4319991" indent="0">
              <a:buNone/>
              <a:defRPr sz="4724"/>
            </a:lvl5pPr>
            <a:lvl6pPr marL="5399989" indent="0">
              <a:buNone/>
              <a:defRPr sz="4724"/>
            </a:lvl6pPr>
            <a:lvl7pPr marL="6479987" indent="0">
              <a:buNone/>
              <a:defRPr sz="4724"/>
            </a:lvl7pPr>
            <a:lvl8pPr marL="7559985" indent="0">
              <a:buNone/>
              <a:defRPr sz="4724"/>
            </a:lvl8pPr>
            <a:lvl9pPr marL="8639983" indent="0">
              <a:buNone/>
              <a:defRPr sz="4724"/>
            </a:lvl9pPr>
          </a:lstStyle>
          <a:p>
            <a:r>
              <a:rPr lang="en-US"/>
              <a:t>Click icon to add picture</a:t>
            </a:r>
            <a:endParaRPr lang="en-US" dirty="0"/>
          </a:p>
        </p:txBody>
      </p:sp>
      <p:sp>
        <p:nvSpPr>
          <p:cNvPr id="4" name="Text Placeholder 3"/>
          <p:cNvSpPr>
            <a:spLocks noGrp="1"/>
          </p:cNvSpPr>
          <p:nvPr>
            <p:ph type="body" sz="half" idx="2"/>
          </p:nvPr>
        </p:nvSpPr>
        <p:spPr>
          <a:xfrm>
            <a:off x="1487781" y="6479857"/>
            <a:ext cx="6966409" cy="12004738"/>
          </a:xfrm>
        </p:spPr>
        <p:txBody>
          <a:bodyPr/>
          <a:lstStyle>
            <a:lvl1pPr marL="0" indent="0">
              <a:buNone/>
              <a:defRPr sz="3780"/>
            </a:lvl1pPr>
            <a:lvl2pPr marL="1079998" indent="0">
              <a:buNone/>
              <a:defRPr sz="3307"/>
            </a:lvl2pPr>
            <a:lvl3pPr marL="2159996" indent="0">
              <a:buNone/>
              <a:defRPr sz="2835"/>
            </a:lvl3pPr>
            <a:lvl4pPr marL="3239994" indent="0">
              <a:buNone/>
              <a:defRPr sz="2362"/>
            </a:lvl4pPr>
            <a:lvl5pPr marL="4319991" indent="0">
              <a:buNone/>
              <a:defRPr sz="2362"/>
            </a:lvl5pPr>
            <a:lvl6pPr marL="5399989" indent="0">
              <a:buNone/>
              <a:defRPr sz="2362"/>
            </a:lvl6pPr>
            <a:lvl7pPr marL="6479987" indent="0">
              <a:buNone/>
              <a:defRPr sz="2362"/>
            </a:lvl7pPr>
            <a:lvl8pPr marL="7559985" indent="0">
              <a:buNone/>
              <a:defRPr sz="2362"/>
            </a:lvl8pPr>
            <a:lvl9pPr marL="8639983" indent="0">
              <a:buNone/>
              <a:defRPr sz="2362"/>
            </a:lvl9pPr>
          </a:lstStyle>
          <a:p>
            <a:pPr lvl="0"/>
            <a:r>
              <a:rPr lang="en-US"/>
              <a:t>Click to edit Master text styles</a:t>
            </a:r>
          </a:p>
        </p:txBody>
      </p:sp>
      <p:sp>
        <p:nvSpPr>
          <p:cNvPr id="5" name="Date Placeholder 4"/>
          <p:cNvSpPr>
            <a:spLocks noGrp="1"/>
          </p:cNvSpPr>
          <p:nvPr>
            <p:ph type="dt" sz="half" idx="10"/>
          </p:nvPr>
        </p:nvSpPr>
        <p:spPr/>
        <p:txBody>
          <a:bodyPr/>
          <a:lstStyle/>
          <a:p>
            <a:fld id="{1D105BE8-63E5-4C4A-9D70-B95860D1A4B7}" type="datetimeFigureOut">
              <a:rPr lang="en-GB" smtClean="0"/>
              <a:t>18/12/2025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10357169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105BE8-63E5-4C4A-9D70-B95860D1A4B7}" type="datetimeFigureOut">
              <a:rPr lang="en-GB" smtClean="0"/>
              <a:t>18/12/2025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171940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457161" y="1149975"/>
            <a:ext cx="4657398" cy="1830459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968" y="1149975"/>
            <a:ext cx="13702199" cy="18304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105BE8-63E5-4C4A-9D70-B95860D1A4B7}" type="datetimeFigureOut">
              <a:rPr lang="en-GB" smtClean="0"/>
              <a:t>18/12/2025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E822CBC-0995-480E-A3A5-B9AA3A775DC1}" type="slidenum">
              <a:rPr lang="en-GB" smtClean="0"/>
              <a:t>‹#›</a:t>
            </a:fld>
            <a:endParaRPr lang="en-GB"/>
          </a:p>
        </p:txBody>
      </p:sp>
    </p:spTree>
    <p:extLst>
      <p:ext uri="{BB962C8B-B14F-4D97-AF65-F5344CB8AC3E}">
        <p14:creationId xmlns:p14="http://schemas.microsoft.com/office/powerpoint/2010/main" val="3581600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84968" y="1149979"/>
            <a:ext cx="18629590" cy="417491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968" y="5749874"/>
            <a:ext cx="18629590" cy="137047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84967" y="20019564"/>
            <a:ext cx="4859893" cy="1149975"/>
          </a:xfrm>
          <a:prstGeom prst="rect">
            <a:avLst/>
          </a:prstGeom>
        </p:spPr>
        <p:txBody>
          <a:bodyPr vert="horz" lIns="91440" tIns="45720" rIns="91440" bIns="45720" rtlCol="0" anchor="ctr"/>
          <a:lstStyle>
            <a:lvl1pPr algn="l">
              <a:defRPr sz="2835">
                <a:solidFill>
                  <a:schemeClr val="tx1">
                    <a:tint val="82000"/>
                  </a:schemeClr>
                </a:solidFill>
              </a:defRPr>
            </a:lvl1pPr>
          </a:lstStyle>
          <a:p>
            <a:fld id="{1D105BE8-63E5-4C4A-9D70-B95860D1A4B7}" type="datetimeFigureOut">
              <a:rPr lang="en-GB" smtClean="0"/>
              <a:t>18/12/2025</a:t>
            </a:fld>
            <a:endParaRPr lang="en-GB"/>
          </a:p>
        </p:txBody>
      </p:sp>
      <p:sp>
        <p:nvSpPr>
          <p:cNvPr id="5" name="Footer Placeholder 4"/>
          <p:cNvSpPr>
            <a:spLocks noGrp="1"/>
          </p:cNvSpPr>
          <p:nvPr>
            <p:ph type="ftr" sz="quarter" idx="3"/>
          </p:nvPr>
        </p:nvSpPr>
        <p:spPr>
          <a:xfrm>
            <a:off x="7154843" y="20019564"/>
            <a:ext cx="7289840" cy="1149975"/>
          </a:xfrm>
          <a:prstGeom prst="rect">
            <a:avLst/>
          </a:prstGeom>
        </p:spPr>
        <p:txBody>
          <a:bodyPr vert="horz" lIns="91440" tIns="45720" rIns="91440" bIns="45720" rtlCol="0" anchor="ctr"/>
          <a:lstStyle>
            <a:lvl1pPr algn="ctr">
              <a:defRPr sz="2835">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5254665" y="20019564"/>
            <a:ext cx="4859893" cy="1149975"/>
          </a:xfrm>
          <a:prstGeom prst="rect">
            <a:avLst/>
          </a:prstGeom>
        </p:spPr>
        <p:txBody>
          <a:bodyPr vert="horz" lIns="91440" tIns="45720" rIns="91440" bIns="45720" rtlCol="0" anchor="ctr"/>
          <a:lstStyle>
            <a:lvl1pPr algn="r">
              <a:defRPr sz="2835">
                <a:solidFill>
                  <a:schemeClr val="tx1">
                    <a:tint val="82000"/>
                  </a:schemeClr>
                </a:solidFill>
              </a:defRPr>
            </a:lvl1pPr>
          </a:lstStyle>
          <a:p>
            <a:fld id="{7E822CBC-0995-480E-A3A5-B9AA3A775DC1}" type="slidenum">
              <a:rPr lang="en-GB" smtClean="0"/>
              <a:t>‹#›</a:t>
            </a:fld>
            <a:endParaRPr lang="en-GB"/>
          </a:p>
        </p:txBody>
      </p:sp>
    </p:spTree>
    <p:extLst>
      <p:ext uri="{BB962C8B-B14F-4D97-AF65-F5344CB8AC3E}">
        <p14:creationId xmlns:p14="http://schemas.microsoft.com/office/powerpoint/2010/main" val="110626174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2159996" rtl="0" eaLnBrk="1" latinLnBrk="0" hangingPunct="1">
        <a:lnSpc>
          <a:spcPct val="90000"/>
        </a:lnSpc>
        <a:spcBef>
          <a:spcPct val="0"/>
        </a:spcBef>
        <a:buNone/>
        <a:defRPr sz="10394" kern="1200">
          <a:solidFill>
            <a:schemeClr val="tx1"/>
          </a:solidFill>
          <a:latin typeface="+mj-lt"/>
          <a:ea typeface="+mj-ea"/>
          <a:cs typeface="+mj-cs"/>
        </a:defRPr>
      </a:lvl1pPr>
    </p:titleStyle>
    <p:bodyStyle>
      <a:lvl1pPr marL="539999" indent="-539999" algn="l" defTabSz="2159996" rtl="0" eaLnBrk="1" latinLnBrk="0" hangingPunct="1">
        <a:lnSpc>
          <a:spcPct val="90000"/>
        </a:lnSpc>
        <a:spcBef>
          <a:spcPts val="2362"/>
        </a:spcBef>
        <a:buFont typeface="Arial" panose="020B0604020202020204" pitchFamily="34" charset="0"/>
        <a:buChar char="•"/>
        <a:defRPr sz="6614" kern="1200">
          <a:solidFill>
            <a:schemeClr val="tx1"/>
          </a:solidFill>
          <a:latin typeface="+mn-lt"/>
          <a:ea typeface="+mn-ea"/>
          <a:cs typeface="+mn-cs"/>
        </a:defRPr>
      </a:lvl1pPr>
      <a:lvl2pPr marL="1619997" indent="-539999" algn="l" defTabSz="2159996" rtl="0" eaLnBrk="1" latinLnBrk="0" hangingPunct="1">
        <a:lnSpc>
          <a:spcPct val="90000"/>
        </a:lnSpc>
        <a:spcBef>
          <a:spcPts val="1181"/>
        </a:spcBef>
        <a:buFont typeface="Arial" panose="020B0604020202020204" pitchFamily="34" charset="0"/>
        <a:buChar char="•"/>
        <a:defRPr sz="5669" kern="1200">
          <a:solidFill>
            <a:schemeClr val="tx1"/>
          </a:solidFill>
          <a:latin typeface="+mn-lt"/>
          <a:ea typeface="+mn-ea"/>
          <a:cs typeface="+mn-cs"/>
        </a:defRPr>
      </a:lvl2pPr>
      <a:lvl3pPr marL="2699995" indent="-539999" algn="l" defTabSz="2159996" rtl="0" eaLnBrk="1" latinLnBrk="0" hangingPunct="1">
        <a:lnSpc>
          <a:spcPct val="90000"/>
        </a:lnSpc>
        <a:spcBef>
          <a:spcPts val="1181"/>
        </a:spcBef>
        <a:buFont typeface="Arial" panose="020B0604020202020204" pitchFamily="34" charset="0"/>
        <a:buChar char="•"/>
        <a:defRPr sz="4724" kern="1200">
          <a:solidFill>
            <a:schemeClr val="tx1"/>
          </a:solidFill>
          <a:latin typeface="+mn-lt"/>
          <a:ea typeface="+mn-ea"/>
          <a:cs typeface="+mn-cs"/>
        </a:defRPr>
      </a:lvl3pPr>
      <a:lvl4pPr marL="3779992"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4pPr>
      <a:lvl5pPr marL="4859990"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5pPr>
      <a:lvl6pPr marL="5939988"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6pPr>
      <a:lvl7pPr marL="7019986"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7pPr>
      <a:lvl8pPr marL="8099984"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8pPr>
      <a:lvl9pPr marL="9179982" indent="-539999" algn="l" defTabSz="2159996" rtl="0" eaLnBrk="1" latinLnBrk="0" hangingPunct="1">
        <a:lnSpc>
          <a:spcPct val="90000"/>
        </a:lnSpc>
        <a:spcBef>
          <a:spcPts val="1181"/>
        </a:spcBef>
        <a:buFont typeface="Arial" panose="020B0604020202020204" pitchFamily="34" charset="0"/>
        <a:buChar char="•"/>
        <a:defRPr sz="4252" kern="1200">
          <a:solidFill>
            <a:schemeClr val="tx1"/>
          </a:solidFill>
          <a:latin typeface="+mn-lt"/>
          <a:ea typeface="+mn-ea"/>
          <a:cs typeface="+mn-cs"/>
        </a:defRPr>
      </a:lvl9pPr>
    </p:bodyStyle>
    <p:otherStyle>
      <a:defPPr>
        <a:defRPr lang="en-US"/>
      </a:defPPr>
      <a:lvl1pPr marL="0" algn="l" defTabSz="2159996" rtl="0" eaLnBrk="1" latinLnBrk="0" hangingPunct="1">
        <a:defRPr sz="4252" kern="1200">
          <a:solidFill>
            <a:schemeClr val="tx1"/>
          </a:solidFill>
          <a:latin typeface="+mn-lt"/>
          <a:ea typeface="+mn-ea"/>
          <a:cs typeface="+mn-cs"/>
        </a:defRPr>
      </a:lvl1pPr>
      <a:lvl2pPr marL="1079998" algn="l" defTabSz="2159996" rtl="0" eaLnBrk="1" latinLnBrk="0" hangingPunct="1">
        <a:defRPr sz="4252" kern="1200">
          <a:solidFill>
            <a:schemeClr val="tx1"/>
          </a:solidFill>
          <a:latin typeface="+mn-lt"/>
          <a:ea typeface="+mn-ea"/>
          <a:cs typeface="+mn-cs"/>
        </a:defRPr>
      </a:lvl2pPr>
      <a:lvl3pPr marL="2159996" algn="l" defTabSz="2159996" rtl="0" eaLnBrk="1" latinLnBrk="0" hangingPunct="1">
        <a:defRPr sz="4252" kern="1200">
          <a:solidFill>
            <a:schemeClr val="tx1"/>
          </a:solidFill>
          <a:latin typeface="+mn-lt"/>
          <a:ea typeface="+mn-ea"/>
          <a:cs typeface="+mn-cs"/>
        </a:defRPr>
      </a:lvl3pPr>
      <a:lvl4pPr marL="3239994" algn="l" defTabSz="2159996" rtl="0" eaLnBrk="1" latinLnBrk="0" hangingPunct="1">
        <a:defRPr sz="4252" kern="1200">
          <a:solidFill>
            <a:schemeClr val="tx1"/>
          </a:solidFill>
          <a:latin typeface="+mn-lt"/>
          <a:ea typeface="+mn-ea"/>
          <a:cs typeface="+mn-cs"/>
        </a:defRPr>
      </a:lvl4pPr>
      <a:lvl5pPr marL="4319991" algn="l" defTabSz="2159996" rtl="0" eaLnBrk="1" latinLnBrk="0" hangingPunct="1">
        <a:defRPr sz="4252" kern="1200">
          <a:solidFill>
            <a:schemeClr val="tx1"/>
          </a:solidFill>
          <a:latin typeface="+mn-lt"/>
          <a:ea typeface="+mn-ea"/>
          <a:cs typeface="+mn-cs"/>
        </a:defRPr>
      </a:lvl5pPr>
      <a:lvl6pPr marL="5399989" algn="l" defTabSz="2159996" rtl="0" eaLnBrk="1" latinLnBrk="0" hangingPunct="1">
        <a:defRPr sz="4252" kern="1200">
          <a:solidFill>
            <a:schemeClr val="tx1"/>
          </a:solidFill>
          <a:latin typeface="+mn-lt"/>
          <a:ea typeface="+mn-ea"/>
          <a:cs typeface="+mn-cs"/>
        </a:defRPr>
      </a:lvl6pPr>
      <a:lvl7pPr marL="6479987" algn="l" defTabSz="2159996" rtl="0" eaLnBrk="1" latinLnBrk="0" hangingPunct="1">
        <a:defRPr sz="4252" kern="1200">
          <a:solidFill>
            <a:schemeClr val="tx1"/>
          </a:solidFill>
          <a:latin typeface="+mn-lt"/>
          <a:ea typeface="+mn-ea"/>
          <a:cs typeface="+mn-cs"/>
        </a:defRPr>
      </a:lvl7pPr>
      <a:lvl8pPr marL="7559985" algn="l" defTabSz="2159996" rtl="0" eaLnBrk="1" latinLnBrk="0" hangingPunct="1">
        <a:defRPr sz="4252" kern="1200">
          <a:solidFill>
            <a:schemeClr val="tx1"/>
          </a:solidFill>
          <a:latin typeface="+mn-lt"/>
          <a:ea typeface="+mn-ea"/>
          <a:cs typeface="+mn-cs"/>
        </a:defRPr>
      </a:lvl8pPr>
      <a:lvl9pPr marL="8639983" algn="l" defTabSz="2159996" rtl="0" eaLnBrk="1" latinLnBrk="0" hangingPunct="1">
        <a:defRPr sz="425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7" name="Picture 26" descr="A diagram of events and events&#10;&#10;AI-generated content may be incorrect.">
            <a:extLst>
              <a:ext uri="{FF2B5EF4-FFF2-40B4-BE49-F238E27FC236}">
                <a16:creationId xmlns:a16="http://schemas.microsoft.com/office/drawing/2014/main" id="{B0E4B88F-1461-D049-BB40-9C20FC0824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7692" y="6821829"/>
            <a:ext cx="7377435" cy="4463348"/>
          </a:xfrm>
          <a:prstGeom prst="rect">
            <a:avLst/>
          </a:prstGeom>
        </p:spPr>
      </p:pic>
      <p:pic>
        <p:nvPicPr>
          <p:cNvPr id="3" name="Picture 2">
            <a:extLst>
              <a:ext uri="{FF2B5EF4-FFF2-40B4-BE49-F238E27FC236}">
                <a16:creationId xmlns:a16="http://schemas.microsoft.com/office/drawing/2014/main" id="{8D0875E8-6DF5-1697-9985-40CFCD58E8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282422" y="6644855"/>
            <a:ext cx="8793767" cy="6765705"/>
          </a:xfrm>
          <a:prstGeom prst="rect">
            <a:avLst/>
          </a:prstGeom>
        </p:spPr>
      </p:pic>
      <p:pic>
        <p:nvPicPr>
          <p:cNvPr id="5" name="Picture 4">
            <a:extLst>
              <a:ext uri="{FF2B5EF4-FFF2-40B4-BE49-F238E27FC236}">
                <a16:creationId xmlns:a16="http://schemas.microsoft.com/office/drawing/2014/main" id="{1524EED8-C3C5-0A5C-D2F1-695770776F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551067" y="1347624"/>
            <a:ext cx="9454296" cy="3068555"/>
          </a:xfrm>
          <a:prstGeom prst="rect">
            <a:avLst/>
          </a:prstGeom>
        </p:spPr>
      </p:pic>
      <p:pic>
        <p:nvPicPr>
          <p:cNvPr id="7" name="Picture 6">
            <a:extLst>
              <a:ext uri="{FF2B5EF4-FFF2-40B4-BE49-F238E27FC236}">
                <a16:creationId xmlns:a16="http://schemas.microsoft.com/office/drawing/2014/main" id="{AB07F46B-AA38-3249-4C7B-053A91F984C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58697" y="16423610"/>
            <a:ext cx="7296430" cy="3822578"/>
          </a:xfrm>
          <a:prstGeom prst="rect">
            <a:avLst/>
          </a:prstGeom>
        </p:spPr>
      </p:pic>
      <p:pic>
        <p:nvPicPr>
          <p:cNvPr id="11" name="Picture 10">
            <a:extLst>
              <a:ext uri="{FF2B5EF4-FFF2-40B4-BE49-F238E27FC236}">
                <a16:creationId xmlns:a16="http://schemas.microsoft.com/office/drawing/2014/main" id="{E31A2331-D9C0-0D0A-565B-45B29AD066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917546" y="15938153"/>
            <a:ext cx="8832095" cy="4793492"/>
          </a:xfrm>
          <a:prstGeom prst="rect">
            <a:avLst/>
          </a:prstGeom>
        </p:spPr>
      </p:pic>
      <p:pic>
        <p:nvPicPr>
          <p:cNvPr id="13" name="Picture 12">
            <a:extLst>
              <a:ext uri="{FF2B5EF4-FFF2-40B4-BE49-F238E27FC236}">
                <a16:creationId xmlns:a16="http://schemas.microsoft.com/office/drawing/2014/main" id="{755F1285-8874-693D-4087-F36F7C92C63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6423" y="1406487"/>
            <a:ext cx="9148085" cy="3551043"/>
          </a:xfrm>
          <a:prstGeom prst="rect">
            <a:avLst/>
          </a:prstGeom>
        </p:spPr>
      </p:pic>
      <p:sp>
        <p:nvSpPr>
          <p:cNvPr id="12" name="TextBox 11">
            <a:extLst>
              <a:ext uri="{FF2B5EF4-FFF2-40B4-BE49-F238E27FC236}">
                <a16:creationId xmlns:a16="http://schemas.microsoft.com/office/drawing/2014/main" id="{2AD8AE47-B51C-08EE-A5E3-7280FAF4601C}"/>
              </a:ext>
            </a:extLst>
          </p:cNvPr>
          <p:cNvSpPr txBox="1"/>
          <p:nvPr/>
        </p:nvSpPr>
        <p:spPr>
          <a:xfrm>
            <a:off x="1201312" y="9515233"/>
            <a:ext cx="2408109" cy="1298817"/>
          </a:xfrm>
          <a:prstGeom prst="rect">
            <a:avLst/>
          </a:prstGeom>
          <a:noFill/>
        </p:spPr>
        <p:txBody>
          <a:bodyPr wrap="square">
            <a:spAutoFit/>
          </a:bodyPr>
          <a:lstStyle/>
          <a:p>
            <a:r>
              <a:rPr lang="en-GB" sz="1960" dirty="0"/>
              <a:t>Registered Member: A standard user interacting with the system.</a:t>
            </a:r>
          </a:p>
        </p:txBody>
      </p:sp>
      <p:sp>
        <p:nvSpPr>
          <p:cNvPr id="15" name="TextBox 14">
            <a:extLst>
              <a:ext uri="{FF2B5EF4-FFF2-40B4-BE49-F238E27FC236}">
                <a16:creationId xmlns:a16="http://schemas.microsoft.com/office/drawing/2014/main" id="{F13910B4-D219-BC0E-1158-84EEAF752501}"/>
              </a:ext>
            </a:extLst>
          </p:cNvPr>
          <p:cNvSpPr txBox="1"/>
          <p:nvPr/>
        </p:nvSpPr>
        <p:spPr>
          <a:xfrm>
            <a:off x="7334454" y="9405138"/>
            <a:ext cx="2961182" cy="1298817"/>
          </a:xfrm>
          <a:prstGeom prst="rect">
            <a:avLst/>
          </a:prstGeom>
          <a:noFill/>
        </p:spPr>
        <p:txBody>
          <a:bodyPr wrap="square">
            <a:spAutoFit/>
          </a:bodyPr>
          <a:lstStyle/>
          <a:p>
            <a:r>
              <a:rPr lang="en-GB" sz="1960" dirty="0"/>
              <a:t>Registered Committee: A user with administrative privileges to manage content.</a:t>
            </a:r>
          </a:p>
        </p:txBody>
      </p:sp>
      <p:sp>
        <p:nvSpPr>
          <p:cNvPr id="19" name="TextBox 18">
            <a:extLst>
              <a:ext uri="{FF2B5EF4-FFF2-40B4-BE49-F238E27FC236}">
                <a16:creationId xmlns:a16="http://schemas.microsoft.com/office/drawing/2014/main" id="{E3251FC5-A8B9-7579-B95E-971E872BD8CA}"/>
              </a:ext>
            </a:extLst>
          </p:cNvPr>
          <p:cNvSpPr txBox="1"/>
          <p:nvPr/>
        </p:nvSpPr>
        <p:spPr>
          <a:xfrm>
            <a:off x="246663" y="11453457"/>
            <a:ext cx="7087790" cy="4121898"/>
          </a:xfrm>
          <a:prstGeom prst="rect">
            <a:avLst/>
          </a:prstGeom>
          <a:noFill/>
        </p:spPr>
        <p:txBody>
          <a:bodyPr wrap="square">
            <a:spAutoFit/>
          </a:bodyPr>
          <a:lstStyle/>
          <a:p>
            <a:pPr algn="ctr"/>
            <a:r>
              <a:rPr lang="en-GB" sz="2182" dirty="0"/>
              <a:t>Registered Member can:</a:t>
            </a:r>
            <a:br>
              <a:rPr lang="en-GB" sz="2182" dirty="0"/>
            </a:br>
            <a:r>
              <a:rPr lang="en-GB" sz="2182" dirty="0"/>
              <a:t>Join Society: Enrols the user in a specific society.</a:t>
            </a:r>
          </a:p>
          <a:p>
            <a:pPr algn="ctr"/>
            <a:r>
              <a:rPr lang="en-GB" sz="2182" dirty="0"/>
              <a:t>Like Post: Allows the user to engage with content posted on the platform.</a:t>
            </a:r>
          </a:p>
          <a:p>
            <a:pPr algn="ctr"/>
            <a:r>
              <a:rPr lang="en-GB" sz="2182" dirty="0"/>
              <a:t>Sync upcoming Society events to Calendar: Exports event data to the user's personal calendar.</a:t>
            </a:r>
          </a:p>
          <a:p>
            <a:pPr algn="ctr"/>
            <a:endParaRPr lang="en-GB" sz="2182" dirty="0"/>
          </a:p>
          <a:p>
            <a:pPr algn="ctr"/>
            <a:r>
              <a:rPr lang="en-GB" sz="2182" dirty="0"/>
              <a:t>Registered Committee can:</a:t>
            </a:r>
            <a:br>
              <a:rPr lang="en-GB" sz="2182" dirty="0"/>
            </a:br>
            <a:r>
              <a:rPr lang="en-GB" sz="2182" dirty="0"/>
              <a:t>Create Post: Publishes announcements or updates for members to view.</a:t>
            </a:r>
          </a:p>
          <a:p>
            <a:pPr algn="ctr"/>
            <a:r>
              <a:rPr lang="en-GB" sz="2182" dirty="0"/>
              <a:t>Create Event: Schedules and publishes new society activities.</a:t>
            </a:r>
          </a:p>
        </p:txBody>
      </p:sp>
      <p:sp>
        <p:nvSpPr>
          <p:cNvPr id="23" name="TextBox 22">
            <a:extLst>
              <a:ext uri="{FF2B5EF4-FFF2-40B4-BE49-F238E27FC236}">
                <a16:creationId xmlns:a16="http://schemas.microsoft.com/office/drawing/2014/main" id="{900C6CBA-00BA-B28D-3E08-A564B28F7896}"/>
              </a:ext>
            </a:extLst>
          </p:cNvPr>
          <p:cNvSpPr txBox="1"/>
          <p:nvPr/>
        </p:nvSpPr>
        <p:spPr>
          <a:xfrm>
            <a:off x="7263154" y="10723000"/>
            <a:ext cx="4287913" cy="4793492"/>
          </a:xfrm>
          <a:prstGeom prst="rect">
            <a:avLst/>
          </a:prstGeom>
          <a:noFill/>
        </p:spPr>
        <p:txBody>
          <a:bodyPr wrap="square">
            <a:spAutoFit/>
          </a:bodyPr>
          <a:lstStyle/>
          <a:p>
            <a:r>
              <a:rPr lang="en-GB" sz="2182" dirty="0"/>
              <a:t>This Use Case diagram outlines the functional requirements for a society management system involving two distinct actors. Registered Members engage with the platform by joining societies, liking posts, and syncing upcoming events to their personal calendars. The Registered Committee holds administrative privileges, focusing on content generation by creating posts and scheduling new events for the society.</a:t>
            </a:r>
          </a:p>
        </p:txBody>
      </p:sp>
      <p:sp>
        <p:nvSpPr>
          <p:cNvPr id="33" name="TextBox 32">
            <a:extLst>
              <a:ext uri="{FF2B5EF4-FFF2-40B4-BE49-F238E27FC236}">
                <a16:creationId xmlns:a16="http://schemas.microsoft.com/office/drawing/2014/main" id="{5EBD5472-9A87-CE88-94B9-94131D5E7444}"/>
              </a:ext>
            </a:extLst>
          </p:cNvPr>
          <p:cNvSpPr txBox="1"/>
          <p:nvPr/>
        </p:nvSpPr>
        <p:spPr>
          <a:xfrm>
            <a:off x="1163290" y="1024459"/>
            <a:ext cx="8941218" cy="646331"/>
          </a:xfrm>
          <a:prstGeom prst="rect">
            <a:avLst/>
          </a:prstGeom>
          <a:noFill/>
        </p:spPr>
        <p:txBody>
          <a:bodyPr wrap="square">
            <a:spAutoFit/>
          </a:bodyPr>
          <a:lstStyle/>
          <a:p>
            <a:pPr algn="ctr"/>
            <a:r>
              <a:rPr lang="en-GB" dirty="0">
                <a:solidFill>
                  <a:srgbClr val="0070C0"/>
                </a:solidFill>
              </a:rPr>
              <a:t>Member Calendar Synchronization</a:t>
            </a:r>
          </a:p>
          <a:p>
            <a:pPr algn="ctr"/>
            <a:endParaRPr lang="en-GB" dirty="0">
              <a:solidFill>
                <a:srgbClr val="0070C0"/>
              </a:solidFill>
            </a:endParaRPr>
          </a:p>
        </p:txBody>
      </p:sp>
      <p:sp>
        <p:nvSpPr>
          <p:cNvPr id="35" name="TextBox 34">
            <a:extLst>
              <a:ext uri="{FF2B5EF4-FFF2-40B4-BE49-F238E27FC236}">
                <a16:creationId xmlns:a16="http://schemas.microsoft.com/office/drawing/2014/main" id="{9B7E18C1-1A7A-5B81-E718-1A082FBFDEBA}"/>
              </a:ext>
            </a:extLst>
          </p:cNvPr>
          <p:cNvSpPr txBox="1"/>
          <p:nvPr/>
        </p:nvSpPr>
        <p:spPr>
          <a:xfrm>
            <a:off x="1425518" y="4963035"/>
            <a:ext cx="8832095" cy="923330"/>
          </a:xfrm>
          <a:prstGeom prst="rect">
            <a:avLst/>
          </a:prstGeom>
          <a:noFill/>
        </p:spPr>
        <p:txBody>
          <a:bodyPr wrap="square">
            <a:spAutoFit/>
          </a:bodyPr>
          <a:lstStyle/>
          <a:p>
            <a:pPr algn="ctr"/>
            <a:r>
              <a:rPr lang="en-GB" dirty="0"/>
              <a:t>When a user clicks to sync, the system finds all future events in the database. It converts these records into a standard file format that personal calendars understand. The user then downloads this file to import the schedule into their own app.</a:t>
            </a:r>
          </a:p>
        </p:txBody>
      </p:sp>
      <p:sp>
        <p:nvSpPr>
          <p:cNvPr id="39" name="TextBox 38">
            <a:extLst>
              <a:ext uri="{FF2B5EF4-FFF2-40B4-BE49-F238E27FC236}">
                <a16:creationId xmlns:a16="http://schemas.microsoft.com/office/drawing/2014/main" id="{1486BE01-2EE3-0EF4-AC09-95EE136A0425}"/>
              </a:ext>
            </a:extLst>
          </p:cNvPr>
          <p:cNvSpPr txBox="1"/>
          <p:nvPr/>
        </p:nvSpPr>
        <p:spPr>
          <a:xfrm>
            <a:off x="11917547" y="20375488"/>
            <a:ext cx="9681978" cy="1200329"/>
          </a:xfrm>
          <a:prstGeom prst="rect">
            <a:avLst/>
          </a:prstGeom>
          <a:noFill/>
        </p:spPr>
        <p:txBody>
          <a:bodyPr wrap="square">
            <a:spAutoFit/>
          </a:bodyPr>
          <a:lstStyle/>
          <a:p>
            <a:endParaRPr lang="en-GB" dirty="0"/>
          </a:p>
          <a:p>
            <a:pPr algn="ctr"/>
            <a:r>
              <a:rPr lang="en-GB" dirty="0"/>
              <a:t>The system presents a list of active societies from the database. When a user selects a group to join, the system creates a formal link between the user and that society. This action instantly grants them member access.</a:t>
            </a:r>
          </a:p>
        </p:txBody>
      </p:sp>
      <p:sp>
        <p:nvSpPr>
          <p:cNvPr id="41" name="TextBox 40">
            <a:extLst>
              <a:ext uri="{FF2B5EF4-FFF2-40B4-BE49-F238E27FC236}">
                <a16:creationId xmlns:a16="http://schemas.microsoft.com/office/drawing/2014/main" id="{9507F128-A7B0-7421-B9C1-B3DC1F191CB8}"/>
              </a:ext>
            </a:extLst>
          </p:cNvPr>
          <p:cNvSpPr txBox="1"/>
          <p:nvPr/>
        </p:nvSpPr>
        <p:spPr>
          <a:xfrm>
            <a:off x="11917546" y="15478712"/>
            <a:ext cx="8832095" cy="369332"/>
          </a:xfrm>
          <a:prstGeom prst="rect">
            <a:avLst/>
          </a:prstGeom>
          <a:noFill/>
        </p:spPr>
        <p:txBody>
          <a:bodyPr wrap="square">
            <a:spAutoFit/>
          </a:bodyPr>
          <a:lstStyle>
            <a:defPPr>
              <a:defRPr lang="en-US"/>
            </a:defPPr>
            <a:lvl1pPr>
              <a:defRPr>
                <a:solidFill>
                  <a:srgbClr val="0070C0"/>
                </a:solidFill>
              </a:defRPr>
            </a:lvl1pPr>
          </a:lstStyle>
          <a:p>
            <a:pPr algn="ctr"/>
            <a:r>
              <a:rPr lang="en-GB" dirty="0"/>
              <a:t>Society Discovery and Enrolment</a:t>
            </a:r>
          </a:p>
        </p:txBody>
      </p:sp>
      <p:sp>
        <p:nvSpPr>
          <p:cNvPr id="45" name="TextBox 44">
            <a:extLst>
              <a:ext uri="{FF2B5EF4-FFF2-40B4-BE49-F238E27FC236}">
                <a16:creationId xmlns:a16="http://schemas.microsoft.com/office/drawing/2014/main" id="{C20D495A-B85A-CDA8-1B9F-AA733C06E0E0}"/>
              </a:ext>
            </a:extLst>
          </p:cNvPr>
          <p:cNvSpPr txBox="1"/>
          <p:nvPr/>
        </p:nvSpPr>
        <p:spPr>
          <a:xfrm>
            <a:off x="12282422" y="6275523"/>
            <a:ext cx="8793766" cy="369332"/>
          </a:xfrm>
          <a:prstGeom prst="rect">
            <a:avLst/>
          </a:prstGeom>
          <a:noFill/>
        </p:spPr>
        <p:txBody>
          <a:bodyPr wrap="square">
            <a:spAutoFit/>
          </a:bodyPr>
          <a:lstStyle>
            <a:defPPr>
              <a:defRPr lang="en-US"/>
            </a:defPPr>
            <a:lvl1pPr algn="ctr">
              <a:defRPr>
                <a:solidFill>
                  <a:srgbClr val="0070C0"/>
                </a:solidFill>
              </a:defRPr>
            </a:lvl1pPr>
          </a:lstStyle>
          <a:p>
            <a:r>
              <a:rPr lang="en-GB" dirty="0"/>
              <a:t>Committee Post Publishing</a:t>
            </a:r>
          </a:p>
        </p:txBody>
      </p:sp>
      <p:sp>
        <p:nvSpPr>
          <p:cNvPr id="49" name="TextBox 48">
            <a:extLst>
              <a:ext uri="{FF2B5EF4-FFF2-40B4-BE49-F238E27FC236}">
                <a16:creationId xmlns:a16="http://schemas.microsoft.com/office/drawing/2014/main" id="{1CB30414-F151-F0D3-2F84-6AA82F536FA7}"/>
              </a:ext>
            </a:extLst>
          </p:cNvPr>
          <p:cNvSpPr txBox="1"/>
          <p:nvPr/>
        </p:nvSpPr>
        <p:spPr>
          <a:xfrm>
            <a:off x="12073781" y="13356759"/>
            <a:ext cx="9002407" cy="923330"/>
          </a:xfrm>
          <a:prstGeom prst="rect">
            <a:avLst/>
          </a:prstGeom>
          <a:noFill/>
        </p:spPr>
        <p:txBody>
          <a:bodyPr wrap="square">
            <a:spAutoFit/>
          </a:bodyPr>
          <a:lstStyle/>
          <a:p>
            <a:pPr algn="ctr"/>
            <a:r>
              <a:rPr lang="en-GB" dirty="0"/>
              <a:t>Committee members use this tool to write posts. If the author links an event to the post, the system checks that the event exists. Once the check passes, the post is saved to the database.</a:t>
            </a:r>
          </a:p>
        </p:txBody>
      </p:sp>
      <p:sp>
        <p:nvSpPr>
          <p:cNvPr id="53" name="TextBox 52">
            <a:extLst>
              <a:ext uri="{FF2B5EF4-FFF2-40B4-BE49-F238E27FC236}">
                <a16:creationId xmlns:a16="http://schemas.microsoft.com/office/drawing/2014/main" id="{A89BFF9A-E351-AA4F-28EB-C69581ED17A7}"/>
              </a:ext>
            </a:extLst>
          </p:cNvPr>
          <p:cNvSpPr txBox="1"/>
          <p:nvPr/>
        </p:nvSpPr>
        <p:spPr>
          <a:xfrm>
            <a:off x="2058697" y="20311907"/>
            <a:ext cx="7296430" cy="1200329"/>
          </a:xfrm>
          <a:prstGeom prst="rect">
            <a:avLst/>
          </a:prstGeom>
          <a:noFill/>
        </p:spPr>
        <p:txBody>
          <a:bodyPr wrap="square">
            <a:spAutoFit/>
          </a:bodyPr>
          <a:lstStyle/>
          <a:p>
            <a:pPr algn="ctr"/>
            <a:r>
              <a:rPr lang="en-GB" dirty="0"/>
              <a:t>A committee member enters event details like time and location. The system validates the information and saves it to the database. This action also triggers an update to the main calendar file, so it remains accurate for future user downloads.</a:t>
            </a:r>
          </a:p>
        </p:txBody>
      </p:sp>
      <p:sp>
        <p:nvSpPr>
          <p:cNvPr id="57" name="TextBox 56">
            <a:extLst>
              <a:ext uri="{FF2B5EF4-FFF2-40B4-BE49-F238E27FC236}">
                <a16:creationId xmlns:a16="http://schemas.microsoft.com/office/drawing/2014/main" id="{82F79552-A73C-758B-BADB-A35608365BE6}"/>
              </a:ext>
            </a:extLst>
          </p:cNvPr>
          <p:cNvSpPr txBox="1"/>
          <p:nvPr/>
        </p:nvSpPr>
        <p:spPr>
          <a:xfrm>
            <a:off x="2058698" y="16009224"/>
            <a:ext cx="7296430" cy="369332"/>
          </a:xfrm>
          <a:prstGeom prst="rect">
            <a:avLst/>
          </a:prstGeom>
          <a:noFill/>
        </p:spPr>
        <p:txBody>
          <a:bodyPr wrap="square">
            <a:spAutoFit/>
          </a:bodyPr>
          <a:lstStyle>
            <a:defPPr>
              <a:defRPr lang="en-US"/>
            </a:defPPr>
            <a:lvl1pPr algn="ctr">
              <a:defRPr>
                <a:solidFill>
                  <a:srgbClr val="0070C0"/>
                </a:solidFill>
              </a:defRPr>
            </a:lvl1pPr>
          </a:lstStyle>
          <a:p>
            <a:r>
              <a:rPr lang="en-GB" dirty="0"/>
              <a:t>Committee Event Management</a:t>
            </a:r>
          </a:p>
        </p:txBody>
      </p:sp>
      <p:sp>
        <p:nvSpPr>
          <p:cNvPr id="61" name="TextBox 60">
            <a:extLst>
              <a:ext uri="{FF2B5EF4-FFF2-40B4-BE49-F238E27FC236}">
                <a16:creationId xmlns:a16="http://schemas.microsoft.com/office/drawing/2014/main" id="{EAB7DBE7-D8C9-30CD-CD45-1286B34D53ED}"/>
              </a:ext>
            </a:extLst>
          </p:cNvPr>
          <p:cNvSpPr txBox="1"/>
          <p:nvPr/>
        </p:nvSpPr>
        <p:spPr>
          <a:xfrm>
            <a:off x="11747233" y="4527778"/>
            <a:ext cx="9002407" cy="923330"/>
          </a:xfrm>
          <a:prstGeom prst="rect">
            <a:avLst/>
          </a:prstGeom>
          <a:noFill/>
        </p:spPr>
        <p:txBody>
          <a:bodyPr wrap="square">
            <a:spAutoFit/>
          </a:bodyPr>
          <a:lstStyle/>
          <a:p>
            <a:pPr algn="ctr"/>
            <a:r>
              <a:rPr lang="en-GB" dirty="0"/>
              <a:t>A user clicks the like button on a post. The system calculates the new total and saves the update in the database. The screen immediately refreshes to display the new number of likes.</a:t>
            </a:r>
          </a:p>
        </p:txBody>
      </p:sp>
      <p:sp>
        <p:nvSpPr>
          <p:cNvPr id="65" name="TextBox 64">
            <a:extLst>
              <a:ext uri="{FF2B5EF4-FFF2-40B4-BE49-F238E27FC236}">
                <a16:creationId xmlns:a16="http://schemas.microsoft.com/office/drawing/2014/main" id="{EDD7EB56-BAE0-4F42-AEA1-9D8748E0D99B}"/>
              </a:ext>
            </a:extLst>
          </p:cNvPr>
          <p:cNvSpPr txBox="1"/>
          <p:nvPr/>
        </p:nvSpPr>
        <p:spPr>
          <a:xfrm>
            <a:off x="11747233" y="933237"/>
            <a:ext cx="9002407" cy="369332"/>
          </a:xfrm>
          <a:prstGeom prst="rect">
            <a:avLst/>
          </a:prstGeom>
          <a:noFill/>
        </p:spPr>
        <p:txBody>
          <a:bodyPr wrap="square">
            <a:spAutoFit/>
          </a:bodyPr>
          <a:lstStyle>
            <a:defPPr>
              <a:defRPr lang="en-US"/>
            </a:defPPr>
            <a:lvl1pPr algn="ctr">
              <a:defRPr>
                <a:solidFill>
                  <a:srgbClr val="0070C0"/>
                </a:solidFill>
              </a:defRPr>
            </a:lvl1pPr>
          </a:lstStyle>
          <a:p>
            <a:r>
              <a:rPr lang="en-GB" dirty="0"/>
              <a:t>Member Content Engagement</a:t>
            </a:r>
          </a:p>
        </p:txBody>
      </p:sp>
    </p:spTree>
    <p:extLst>
      <p:ext uri="{BB962C8B-B14F-4D97-AF65-F5344CB8AC3E}">
        <p14:creationId xmlns:p14="http://schemas.microsoft.com/office/powerpoint/2010/main" val="233730334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126</TotalTime>
  <Words>383</Words>
  <Application>Microsoft Office PowerPoint</Application>
  <PresentationFormat>Custom</PresentationFormat>
  <Paragraphs>20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Nickyyl Sharma</dc:creator>
  <cp:lastModifiedBy>Nickyyl Sharma</cp:lastModifiedBy>
  <cp:revision>5</cp:revision>
  <dcterms:created xsi:type="dcterms:W3CDTF">2025-12-15T13:54:03Z</dcterms:created>
  <dcterms:modified xsi:type="dcterms:W3CDTF">2025-12-18T20:42:56Z</dcterms:modified>
</cp:coreProperties>
</file>