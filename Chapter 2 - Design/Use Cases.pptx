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000663" cy="18035588"/>
  <p:notesSz cx="6858000" cy="9144000"/>
  <p:defaultTextStyle>
    <a:defPPr>
      <a:defRPr lang="en-US"/>
    </a:defPPr>
    <a:lvl1pPr marL="0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1pPr>
    <a:lvl2pPr marL="617723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2pPr>
    <a:lvl3pPr marL="1235446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3pPr>
    <a:lvl4pPr marL="1853169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4pPr>
    <a:lvl5pPr marL="2470892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5pPr>
    <a:lvl6pPr marL="3088615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6pPr>
    <a:lvl7pPr marL="3706338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7pPr>
    <a:lvl8pPr marL="4324060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8pPr>
    <a:lvl9pPr marL="4941783" algn="l" defTabSz="617723" rtl="0" eaLnBrk="1" latinLnBrk="0" hangingPunct="1">
      <a:defRPr sz="243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295" y="-4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51658"/>
            <a:ext cx="15300564" cy="627905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72862"/>
            <a:ext cx="13500497" cy="4354425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16" indent="0" algn="ctr">
              <a:buNone/>
              <a:defRPr sz="3937"/>
            </a:lvl2pPr>
            <a:lvl3pPr marL="1800030" indent="0" algn="ctr">
              <a:buNone/>
              <a:defRPr sz="3543"/>
            </a:lvl3pPr>
            <a:lvl4pPr marL="2700046" indent="0" algn="ctr">
              <a:buNone/>
              <a:defRPr sz="3150"/>
            </a:lvl4pPr>
            <a:lvl5pPr marL="3600062" indent="0" algn="ctr">
              <a:buNone/>
              <a:defRPr sz="3150"/>
            </a:lvl5pPr>
            <a:lvl6pPr marL="4500076" indent="0" algn="ctr">
              <a:buNone/>
              <a:defRPr sz="3150"/>
            </a:lvl6pPr>
            <a:lvl7pPr marL="5400092" indent="0" algn="ctr">
              <a:buNone/>
              <a:defRPr sz="3150"/>
            </a:lvl7pPr>
            <a:lvl8pPr marL="6300108" indent="0" algn="ctr">
              <a:buNone/>
              <a:defRPr sz="3150"/>
            </a:lvl8pPr>
            <a:lvl9pPr marL="7200122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827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8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96377"/>
            <a:ext cx="15525572" cy="7502303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69654"/>
            <a:ext cx="15525572" cy="394528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16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3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04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06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0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09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108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12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91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801143"/>
            <a:ext cx="7650282" cy="11443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801143"/>
            <a:ext cx="7650282" cy="11443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49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232"/>
            <a:ext cx="15525572" cy="34860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3" y="4421228"/>
            <a:ext cx="7615123" cy="216677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16" indent="0">
              <a:buNone/>
              <a:defRPr sz="3937" b="1"/>
            </a:lvl2pPr>
            <a:lvl3pPr marL="1800030" indent="0">
              <a:buNone/>
              <a:defRPr sz="3543" b="1"/>
            </a:lvl3pPr>
            <a:lvl4pPr marL="2700046" indent="0">
              <a:buNone/>
              <a:defRPr sz="3150" b="1"/>
            </a:lvl4pPr>
            <a:lvl5pPr marL="3600062" indent="0">
              <a:buNone/>
              <a:defRPr sz="3150" b="1"/>
            </a:lvl5pPr>
            <a:lvl6pPr marL="4500076" indent="0">
              <a:buNone/>
              <a:defRPr sz="3150" b="1"/>
            </a:lvl6pPr>
            <a:lvl7pPr marL="5400092" indent="0">
              <a:buNone/>
              <a:defRPr sz="3150" b="1"/>
            </a:lvl7pPr>
            <a:lvl8pPr marL="6300108" indent="0">
              <a:buNone/>
              <a:defRPr sz="3150" b="1"/>
            </a:lvl8pPr>
            <a:lvl9pPr marL="7200122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3" y="6588002"/>
            <a:ext cx="7615123" cy="9689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8" y="4421228"/>
            <a:ext cx="7652626" cy="216677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16" indent="0">
              <a:buNone/>
              <a:defRPr sz="3937" b="1"/>
            </a:lvl2pPr>
            <a:lvl3pPr marL="1800030" indent="0">
              <a:buNone/>
              <a:defRPr sz="3543" b="1"/>
            </a:lvl3pPr>
            <a:lvl4pPr marL="2700046" indent="0">
              <a:buNone/>
              <a:defRPr sz="3150" b="1"/>
            </a:lvl4pPr>
            <a:lvl5pPr marL="3600062" indent="0">
              <a:buNone/>
              <a:defRPr sz="3150" b="1"/>
            </a:lvl5pPr>
            <a:lvl6pPr marL="4500076" indent="0">
              <a:buNone/>
              <a:defRPr sz="3150" b="1"/>
            </a:lvl6pPr>
            <a:lvl7pPr marL="5400092" indent="0">
              <a:buNone/>
              <a:defRPr sz="3150" b="1"/>
            </a:lvl7pPr>
            <a:lvl8pPr marL="6300108" indent="0">
              <a:buNone/>
              <a:defRPr sz="3150" b="1"/>
            </a:lvl8pPr>
            <a:lvl9pPr marL="7200122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8" y="6588002"/>
            <a:ext cx="7652626" cy="9689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96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76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61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1202372"/>
            <a:ext cx="5805682" cy="420830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6797"/>
            <a:ext cx="9112836" cy="12816957"/>
          </a:xfrm>
        </p:spPr>
        <p:txBody>
          <a:bodyPr/>
          <a:lstStyle>
            <a:lvl1pPr>
              <a:defRPr sz="6299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5410677"/>
            <a:ext cx="5805682" cy="10023947"/>
          </a:xfrm>
        </p:spPr>
        <p:txBody>
          <a:bodyPr/>
          <a:lstStyle>
            <a:lvl1pPr marL="0" indent="0">
              <a:buNone/>
              <a:defRPr sz="3150"/>
            </a:lvl1pPr>
            <a:lvl2pPr marL="900016" indent="0">
              <a:buNone/>
              <a:defRPr sz="2756"/>
            </a:lvl2pPr>
            <a:lvl3pPr marL="1800030" indent="0">
              <a:buNone/>
              <a:defRPr sz="2362"/>
            </a:lvl3pPr>
            <a:lvl4pPr marL="2700046" indent="0">
              <a:buNone/>
              <a:defRPr sz="1969"/>
            </a:lvl4pPr>
            <a:lvl5pPr marL="3600062" indent="0">
              <a:buNone/>
              <a:defRPr sz="1969"/>
            </a:lvl5pPr>
            <a:lvl6pPr marL="4500076" indent="0">
              <a:buNone/>
              <a:defRPr sz="1969"/>
            </a:lvl6pPr>
            <a:lvl7pPr marL="5400092" indent="0">
              <a:buNone/>
              <a:defRPr sz="1969"/>
            </a:lvl7pPr>
            <a:lvl8pPr marL="6300108" indent="0">
              <a:buNone/>
              <a:defRPr sz="1969"/>
            </a:lvl8pPr>
            <a:lvl9pPr marL="7200122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68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1202372"/>
            <a:ext cx="5805682" cy="420830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6797"/>
            <a:ext cx="9112836" cy="12816957"/>
          </a:xfrm>
        </p:spPr>
        <p:txBody>
          <a:bodyPr anchor="t"/>
          <a:lstStyle>
            <a:lvl1pPr marL="0" indent="0">
              <a:buNone/>
              <a:defRPr sz="6299"/>
            </a:lvl1pPr>
            <a:lvl2pPr marL="900016" indent="0">
              <a:buNone/>
              <a:defRPr sz="5512"/>
            </a:lvl2pPr>
            <a:lvl3pPr marL="1800030" indent="0">
              <a:buNone/>
              <a:defRPr sz="4725"/>
            </a:lvl3pPr>
            <a:lvl4pPr marL="2700046" indent="0">
              <a:buNone/>
              <a:defRPr sz="3937"/>
            </a:lvl4pPr>
            <a:lvl5pPr marL="3600062" indent="0">
              <a:buNone/>
              <a:defRPr sz="3937"/>
            </a:lvl5pPr>
            <a:lvl6pPr marL="4500076" indent="0">
              <a:buNone/>
              <a:defRPr sz="3937"/>
            </a:lvl6pPr>
            <a:lvl7pPr marL="5400092" indent="0">
              <a:buNone/>
              <a:defRPr sz="3937"/>
            </a:lvl7pPr>
            <a:lvl8pPr marL="6300108" indent="0">
              <a:buNone/>
              <a:defRPr sz="3937"/>
            </a:lvl8pPr>
            <a:lvl9pPr marL="7200122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5410677"/>
            <a:ext cx="5805682" cy="10023947"/>
          </a:xfrm>
        </p:spPr>
        <p:txBody>
          <a:bodyPr/>
          <a:lstStyle>
            <a:lvl1pPr marL="0" indent="0">
              <a:buNone/>
              <a:defRPr sz="3150"/>
            </a:lvl1pPr>
            <a:lvl2pPr marL="900016" indent="0">
              <a:buNone/>
              <a:defRPr sz="2756"/>
            </a:lvl2pPr>
            <a:lvl3pPr marL="1800030" indent="0">
              <a:buNone/>
              <a:defRPr sz="2362"/>
            </a:lvl3pPr>
            <a:lvl4pPr marL="2700046" indent="0">
              <a:buNone/>
              <a:defRPr sz="1969"/>
            </a:lvl4pPr>
            <a:lvl5pPr marL="3600062" indent="0">
              <a:buNone/>
              <a:defRPr sz="1969"/>
            </a:lvl5pPr>
            <a:lvl6pPr marL="4500076" indent="0">
              <a:buNone/>
              <a:defRPr sz="1969"/>
            </a:lvl6pPr>
            <a:lvl7pPr marL="5400092" indent="0">
              <a:buNone/>
              <a:defRPr sz="1969"/>
            </a:lvl7pPr>
            <a:lvl8pPr marL="6300108" indent="0">
              <a:buNone/>
              <a:defRPr sz="1969"/>
            </a:lvl8pPr>
            <a:lvl9pPr marL="7200122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98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737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7" y="960231"/>
            <a:ext cx="3881393" cy="152843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7" y="960231"/>
            <a:ext cx="11419171" cy="152843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03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60232"/>
            <a:ext cx="15525572" cy="3486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801143"/>
            <a:ext cx="15525572" cy="1144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716325"/>
            <a:ext cx="4050149" cy="960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05BE8-63E5-4C4A-9D70-B95860D1A4B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716325"/>
            <a:ext cx="6075224" cy="960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716325"/>
            <a:ext cx="4050149" cy="960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22CBC-0995-480E-A3A5-B9AA3A775D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2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30" rtl="0" eaLnBrk="1" latinLnBrk="0" hangingPunct="1">
        <a:lnSpc>
          <a:spcPct val="90000"/>
        </a:lnSpc>
        <a:spcBef>
          <a:spcPct val="0"/>
        </a:spcBef>
        <a:buNone/>
        <a:defRPr sz="86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07" indent="-450007" algn="l" defTabSz="1800030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23" indent="-450007" algn="l" defTabSz="1800030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039" indent="-450007" algn="l" defTabSz="1800030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053" indent="-450007" algn="l" defTabSz="1800030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069" indent="-450007" algn="l" defTabSz="1800030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085" indent="-450007" algn="l" defTabSz="1800030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099" indent="-450007" algn="l" defTabSz="1800030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115" indent="-450007" algn="l" defTabSz="1800030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131" indent="-450007" algn="l" defTabSz="1800030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16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30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046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062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076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092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108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122" algn="l" defTabSz="1800030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diagram of events and events&#10;&#10;AI-generated content may be incorrect.">
            <a:extLst>
              <a:ext uri="{FF2B5EF4-FFF2-40B4-BE49-F238E27FC236}">
                <a16:creationId xmlns:a16="http://schemas.microsoft.com/office/drawing/2014/main" id="{B0E4B88F-1461-D049-BB40-9C20FC082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447" y="11573922"/>
            <a:ext cx="6775029" cy="40988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0875E8-6DF5-1697-9985-40CFCD58E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502450" cy="65415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24EED8-C3C5-0A5C-D2F1-695770776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566" y="177609"/>
            <a:ext cx="9141097" cy="2966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7F46B-AA38-3249-4C7B-053A91F984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25" y="6711328"/>
            <a:ext cx="8502450" cy="4454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BC5F5E-74E8-3BDB-2E9F-6877635D6A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566" y="8459939"/>
            <a:ext cx="8990372" cy="5870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1A2331-D9C0-0D0A-565B-45B29AD0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962" y="3144510"/>
            <a:ext cx="9559338" cy="51881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5F1285-8874-693D-4087-F36F7C92C6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270" y="14484298"/>
            <a:ext cx="8845030" cy="343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0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Nickyyl Sharma</dc:creator>
  <cp:lastModifiedBy>michael parker</cp:lastModifiedBy>
  <cp:revision>3</cp:revision>
  <dcterms:created xsi:type="dcterms:W3CDTF">2025-12-15T13:54:03Z</dcterms:created>
  <dcterms:modified xsi:type="dcterms:W3CDTF">2025-12-18T14:34:34Z</dcterms:modified>
</cp:coreProperties>
</file>