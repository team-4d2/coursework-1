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45" d="100"/>
          <a:sy n="45" d="100"/>
        </p:scale>
        <p:origin x="1157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9827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989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691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490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196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0769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0615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7683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984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737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6037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105BE8-63E5-4C4A-9D70-B95860D1A4B7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822CBC-0995-480E-A3A5-B9AA3A775D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525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diagram of a diagram&#10;&#10;AI-generated content may be incorrect.">
            <a:extLst>
              <a:ext uri="{FF2B5EF4-FFF2-40B4-BE49-F238E27FC236}">
                <a16:creationId xmlns:a16="http://schemas.microsoft.com/office/drawing/2014/main" id="{6AF4C437-EEE8-4E06-4429-EFE31447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0" y="1143381"/>
            <a:ext cx="3442206" cy="1893214"/>
          </a:xfrm>
          <a:prstGeom prst="rect">
            <a:avLst/>
          </a:prstGeom>
        </p:spPr>
      </p:pic>
      <p:pic>
        <p:nvPicPr>
          <p:cNvPr id="23" name="Picture 22" descr="A diagram of a diagram&#10;&#10;AI-generated content may be incorrect.">
            <a:extLst>
              <a:ext uri="{FF2B5EF4-FFF2-40B4-BE49-F238E27FC236}">
                <a16:creationId xmlns:a16="http://schemas.microsoft.com/office/drawing/2014/main" id="{77055472-E922-1A7F-9F40-AF2B9A08A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3756" y="1328412"/>
            <a:ext cx="3930715" cy="1523152"/>
          </a:xfrm>
          <a:prstGeom prst="rect">
            <a:avLst/>
          </a:prstGeom>
        </p:spPr>
      </p:pic>
      <p:pic>
        <p:nvPicPr>
          <p:cNvPr id="27" name="Picture 26" descr="A diagram of events and events&#10;&#10;AI-generated content may be incorrect.">
            <a:extLst>
              <a:ext uri="{FF2B5EF4-FFF2-40B4-BE49-F238E27FC236}">
                <a16:creationId xmlns:a16="http://schemas.microsoft.com/office/drawing/2014/main" id="{B0E4B88F-1461-D049-BB40-9C20FC0824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0146" y="3182283"/>
            <a:ext cx="3401757" cy="2058063"/>
          </a:xfrm>
          <a:prstGeom prst="rect">
            <a:avLst/>
          </a:prstGeom>
        </p:spPr>
      </p:pic>
      <p:pic>
        <p:nvPicPr>
          <p:cNvPr id="25" name="Picture 24" descr="A diagram of a garden&#10;&#10;AI-generated content may be incorrect.">
            <a:extLst>
              <a:ext uri="{FF2B5EF4-FFF2-40B4-BE49-F238E27FC236}">
                <a16:creationId xmlns:a16="http://schemas.microsoft.com/office/drawing/2014/main" id="{D6893C3D-EA7B-2886-82EA-A3ECC6749D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0" y="5959493"/>
            <a:ext cx="3442206" cy="1807160"/>
          </a:xfrm>
          <a:prstGeom prst="rect">
            <a:avLst/>
          </a:prstGeom>
        </p:spPr>
      </p:pic>
      <p:pic>
        <p:nvPicPr>
          <p:cNvPr id="21" name="Picture 20" descr="A diagram of a diagram&#10;&#10;AI-generated content may be incorrect.">
            <a:extLst>
              <a:ext uri="{FF2B5EF4-FFF2-40B4-BE49-F238E27FC236}">
                <a16:creationId xmlns:a16="http://schemas.microsoft.com/office/drawing/2014/main" id="{9C40D1F4-DFC9-8F1C-14ED-23B1074BE7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5668" y="6110113"/>
            <a:ext cx="3930715" cy="1532979"/>
          </a:xfrm>
          <a:prstGeom prst="rect">
            <a:avLst/>
          </a:prstGeom>
        </p:spPr>
      </p:pic>
      <p:pic>
        <p:nvPicPr>
          <p:cNvPr id="17" name="Picture 16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1E73D68F-DFD1-0450-691F-D1050A4688B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4201" y="5766779"/>
            <a:ext cx="3401757" cy="2219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303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</TotalTime>
  <Words>0</Words>
  <Application>Microsoft Office PowerPoint</Application>
  <PresentationFormat>A3 Paper (297x420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Nickyyl Sharma</dc:creator>
  <cp:lastModifiedBy>Nickyyl Sharma</cp:lastModifiedBy>
  <cp:revision>2</cp:revision>
  <dcterms:created xsi:type="dcterms:W3CDTF">2025-12-15T13:54:03Z</dcterms:created>
  <dcterms:modified xsi:type="dcterms:W3CDTF">2025-12-15T14:38:18Z</dcterms:modified>
</cp:coreProperties>
</file>